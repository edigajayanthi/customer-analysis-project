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iga Jayanthi" userId="f268788b030fdbe9" providerId="LiveId" clId="{A3A8CD7A-A1F6-4147-B46F-5D518CE7376B}"/>
    <pc:docChg chg="modSld">
      <pc:chgData name="Ediga Jayanthi" userId="f268788b030fdbe9" providerId="LiveId" clId="{A3A8CD7A-A1F6-4147-B46F-5D518CE7376B}" dt="2026-08-16T17:50:55.143" v="17" actId="113"/>
      <pc:docMkLst>
        <pc:docMk/>
      </pc:docMkLst>
      <pc:sldChg chg="modSp mod">
        <pc:chgData name="Ediga Jayanthi" userId="f268788b030fdbe9" providerId="LiveId" clId="{A3A8CD7A-A1F6-4147-B46F-5D518CE7376B}" dt="2026-08-16T17:50:35.024" v="16" actId="255"/>
        <pc:sldMkLst>
          <pc:docMk/>
          <pc:sldMk cId="2496867840" sldId="256"/>
        </pc:sldMkLst>
        <pc:spChg chg="mod">
          <ac:chgData name="Ediga Jayanthi" userId="f268788b030fdbe9" providerId="LiveId" clId="{A3A8CD7A-A1F6-4147-B46F-5D518CE7376B}" dt="2026-08-16T17:50:08.031" v="13" actId="14100"/>
          <ac:spMkLst>
            <pc:docMk/>
            <pc:sldMk cId="2496867840" sldId="256"/>
            <ac:spMk id="2" creationId="{A3419E6D-7103-B4B1-FFEC-C00FEE46D3E6}"/>
          </ac:spMkLst>
        </pc:spChg>
        <pc:spChg chg="mod">
          <ac:chgData name="Ediga Jayanthi" userId="f268788b030fdbe9" providerId="LiveId" clId="{A3A8CD7A-A1F6-4147-B46F-5D518CE7376B}" dt="2026-08-16T17:50:35.024" v="16" actId="255"/>
          <ac:spMkLst>
            <pc:docMk/>
            <pc:sldMk cId="2496867840" sldId="256"/>
            <ac:spMk id="3" creationId="{E8FFF347-DB2E-1AC6-2FEC-D82AB42D5491}"/>
          </ac:spMkLst>
        </pc:spChg>
      </pc:sldChg>
      <pc:sldChg chg="modSp mod">
        <pc:chgData name="Ediga Jayanthi" userId="f268788b030fdbe9" providerId="LiveId" clId="{A3A8CD7A-A1F6-4147-B46F-5D518CE7376B}" dt="2026-08-16T17:50:55.143" v="17" actId="113"/>
        <pc:sldMkLst>
          <pc:docMk/>
          <pc:sldMk cId="1516188875" sldId="261"/>
        </pc:sldMkLst>
        <pc:spChg chg="mod">
          <ac:chgData name="Ediga Jayanthi" userId="f268788b030fdbe9" providerId="LiveId" clId="{A3A8CD7A-A1F6-4147-B46F-5D518CE7376B}" dt="2026-08-16T17:50:55.143" v="17" actId="113"/>
          <ac:spMkLst>
            <pc:docMk/>
            <pc:sldMk cId="1516188875" sldId="261"/>
            <ac:spMk id="2" creationId="{785D26EF-66E3-5AC3-F11D-4AC7367963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D82C-E551-C050-7B33-B9957C126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AD910-DA45-084A-CBA9-AA6660084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FE3C-70A6-2F51-F8EC-E4631761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C763A-69CB-8571-9E43-8745B9DC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14F8F-E70C-9859-59FB-1E883F08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917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4080-11C9-FAF5-0240-29A921EC4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8FA9F-D1CA-4CDE-38AD-7A1EF77F7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B03D0-EC45-9187-A027-099CD916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8C581-DF30-3780-8F67-4BC5FB8D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A9C91-74DA-31E2-A00F-2D600C41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24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670B-0062-F6D0-DCEB-376C20D7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165D-05D0-353C-BE0A-6B76ADDFE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908E7-A899-A696-85A6-B722A9E4C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94EF5-E153-9512-E74B-D2777CB9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28BB2-B675-D1BE-1037-B1409C38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9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39FB-4847-FAAB-8D13-C7ABF766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9D3D3-DC4B-9DFE-D7E0-35B08BC1F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8815D-6224-403D-4B76-FA24BC295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F808F-9975-354A-5EC6-CB4ADB55C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1AF2B-9C3E-6F1F-434F-D245C110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68FD-B6E6-3F89-2E61-7D5E73F1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4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A504-954C-85E2-C56A-EF502099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D276A-9DD0-BBC1-DD45-B0AF87B43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052B1-7566-5648-F435-35F00FC61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A5D97-FFC3-CE6E-7A31-2E75C3C87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6ADE9-E333-1779-1948-4D160410C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7BFD38-FDF3-2C23-EFCB-B8B52463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7BBDE-E59C-6D10-4C48-EEB6E818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91AB5-1D44-49BC-C5FB-AE175F64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0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C5048-A282-D782-8515-BDB011EE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E9C0A-C488-0720-478F-7706C656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FAD89-64A5-59CE-2001-A330B9AC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8D822-759B-1754-8BEC-A94F9492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92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595D7-2223-467A-8E36-624F69842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2B32C-F18C-43CA-0F5C-93F86A1D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EC07F-AEC2-F787-D3ED-9E4367FB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06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3832-8C6A-8B44-0AAF-00901169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16722-6074-25E6-0A1B-CAD546A6B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41E96-10BF-03BB-1C5F-DF601417C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1182C-6864-604B-ED05-369ABD16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1188C-147A-3813-3E0F-E14BD8AE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C6127-97A3-2CC9-89EE-473B0FC7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21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8471-E511-779A-C9A0-7A8D14A84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766E8-A7B6-EC6D-BE75-0C8ECF45A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0EF6E-ED00-52E9-1B6B-CB31BE605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1CE52-D332-EC99-601B-652047D1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378E3-09CA-3292-C61D-FB7A90BA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604BC-6594-D672-99E7-86B51CD8B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420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F5F9-36F7-6516-184D-3CFB5DE6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B4ECC-DD0E-2D72-9B58-102CCAF26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1AF67-3A0B-4027-20DF-55EDE26F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9FBE7-DD65-C218-3F4E-51A0AF588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A4A07-E96D-D038-3D8C-98A313E0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501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60E3CF-3013-FA78-BBF5-38758C7AD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563AA-0E26-0814-1A31-6F0DDC6F8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43A6E-8583-6BA2-B21F-EDF8FE32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F717-2128-6718-3544-76314FA21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35BBA-39D1-B5B1-92E6-ED38C68E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066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BD46D-E0F8-D4E8-0B86-65BC3A34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8A2E2-54CC-AEC5-1307-2509BD67E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283CB-AC5D-5563-3C65-F22E3317E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4650E-C893-411E-B439-CB3A8214ED8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48600-AC69-3893-85AD-CD3D0F19C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8A20A-FE99-0BFF-8362-19AB5715D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1CE62-7B60-4A0B-99B1-3E4919AF2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02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9E6D-7103-B4B1-FFEC-C00FEE46D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823" y="179883"/>
            <a:ext cx="11752288" cy="1079292"/>
          </a:xfrm>
        </p:spPr>
        <p:txBody>
          <a:bodyPr/>
          <a:lstStyle/>
          <a:p>
            <a:r>
              <a:rPr lang="en-IN" dirty="0"/>
              <a:t>Istanbul Shopping Malls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FF347-DB2E-1AC6-2FEC-D82AB42D5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9167" y="1693890"/>
            <a:ext cx="9144000" cy="2278504"/>
          </a:xfrm>
        </p:spPr>
        <p:txBody>
          <a:bodyPr/>
          <a:lstStyle/>
          <a:p>
            <a:r>
              <a:rPr lang="en-IN" sz="3200" dirty="0"/>
              <a:t>Data Analysis Project(2021-2023)</a:t>
            </a:r>
          </a:p>
          <a:p>
            <a:r>
              <a:rPr lang="en-IN" sz="3200" dirty="0"/>
              <a:t>Presented by: </a:t>
            </a:r>
            <a:r>
              <a:rPr lang="en-IN" sz="3200" dirty="0" err="1"/>
              <a:t>EdigaJayanthi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6867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9D7B-2218-EF4C-B679-937223A7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&amp; Project Overview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13C8F-1EE3-09F4-6BA6-BB225C890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Objective: </a:t>
            </a:r>
            <a:r>
              <a:rPr lang="en-IN" dirty="0" err="1"/>
              <a:t>Analyzing</a:t>
            </a:r>
            <a:r>
              <a:rPr lang="en-IN" dirty="0"/>
              <a:t> retail data of 10 shopping malls in Istanbul to improve business performance.</a:t>
            </a:r>
          </a:p>
          <a:p>
            <a:r>
              <a:rPr lang="en-IN" dirty="0"/>
              <a:t>Dataset Attributes: Invoice No, Gender, Age, Category, Quantity, Price, Payment Method, Shopping Mall.</a:t>
            </a:r>
          </a:p>
          <a:p>
            <a:r>
              <a:rPr lang="en-IN" dirty="0"/>
              <a:t>Key KPI Created: Revenue = Quantity × Price.</a:t>
            </a:r>
          </a:p>
        </p:txBody>
      </p:sp>
    </p:spTree>
    <p:extLst>
      <p:ext uri="{BB962C8B-B14F-4D97-AF65-F5344CB8AC3E}">
        <p14:creationId xmlns:p14="http://schemas.microsoft.com/office/powerpoint/2010/main" val="925576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26EF-66E3-5AC3-F11D-4AC73679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94872"/>
            <a:ext cx="3932237" cy="136410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Customer Profiles(Gender &amp; Age Analysis)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AB64E8D-0438-3263-6AAA-8CAA21B6772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8" r="14398"/>
          <a:stretch>
            <a:fillRect/>
          </a:stretch>
        </p:blipFill>
        <p:spPr>
          <a:xfrm>
            <a:off x="4975214" y="0"/>
            <a:ext cx="6376997" cy="323412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4A184-3540-FCFA-8C8A-6DA12CB17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58978"/>
            <a:ext cx="3932237" cy="1870022"/>
          </a:xfrm>
        </p:spPr>
        <p:txBody>
          <a:bodyPr/>
          <a:lstStyle/>
          <a:p>
            <a:r>
              <a:rPr lang="en-US" sz="2000" b="1" dirty="0"/>
              <a:t>Key Point 1</a:t>
            </a:r>
            <a:r>
              <a:rPr lang="en-US" dirty="0"/>
              <a:t>:</a:t>
            </a:r>
            <a:r>
              <a:rPr lang="en-US" sz="2000" dirty="0"/>
              <a:t> Females contribute to the highest number of transactions and revenue.</a:t>
            </a:r>
          </a:p>
          <a:p>
            <a:r>
              <a:rPr lang="en-US" sz="2000" b="1" dirty="0"/>
              <a:t>Key Point 2</a:t>
            </a:r>
            <a:r>
              <a:rPr lang="en-US" sz="2000" dirty="0"/>
              <a:t>: The working-class segment (30-50 age group) spends the most money.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75436D-D7FC-7461-1939-72D4A2324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72" y="3429000"/>
            <a:ext cx="3932237" cy="3234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38F107-65CA-33B3-B734-745597E34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157" y="3429000"/>
            <a:ext cx="3732736" cy="32341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C01855-8332-532D-0947-15FFBF745F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940" y="3429000"/>
            <a:ext cx="3727187" cy="323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88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A297-986A-DC59-04A3-85CADA06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54" y="194872"/>
            <a:ext cx="4397271" cy="959371"/>
          </a:xfrm>
        </p:spPr>
        <p:txBody>
          <a:bodyPr>
            <a:normAutofit/>
          </a:bodyPr>
          <a:lstStyle/>
          <a:p>
            <a:r>
              <a:rPr lang="en-IN" sz="2800" b="1" dirty="0"/>
              <a:t>Product &amp; Payment Performance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A1FAF13-B9E4-CC30-E913-9553D41DBE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8" r="14398"/>
          <a:stretch>
            <a:fillRect/>
          </a:stretch>
        </p:blipFill>
        <p:spPr>
          <a:xfrm>
            <a:off x="5408040" y="93489"/>
            <a:ext cx="6172200" cy="318748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867BB-DA6C-D582-21A6-559B37585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9844" y="1274164"/>
            <a:ext cx="4532182" cy="1738859"/>
          </a:xfrm>
        </p:spPr>
        <p:txBody>
          <a:bodyPr/>
          <a:lstStyle/>
          <a:p>
            <a:r>
              <a:rPr lang="en-US" sz="2000" b="1" dirty="0"/>
              <a:t>Key Point 1: </a:t>
            </a:r>
            <a:r>
              <a:rPr lang="en-US" sz="2000" dirty="0"/>
              <a:t>Clothing and Shoes are the top-performing categories by sales.</a:t>
            </a:r>
          </a:p>
          <a:p>
            <a:r>
              <a:rPr lang="en-US" sz="2000" b="1" dirty="0"/>
              <a:t>Key Point 2: </a:t>
            </a:r>
            <a:r>
              <a:rPr lang="en-US" sz="2000" dirty="0"/>
              <a:t>Credit Cards are highly preferred for expensive items like Electronics.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FF83BA-ACA4-2FB9-69BD-F0D1BF1F0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45" y="3548922"/>
            <a:ext cx="5856156" cy="31142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96F299-AC89-3065-1F74-75528A232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888" y="3548922"/>
            <a:ext cx="5686267" cy="318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68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4818-B3F9-170C-4B6A-7B3D23981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813"/>
            <a:ext cx="10515600" cy="1058881"/>
          </a:xfrm>
        </p:spPr>
        <p:txBody>
          <a:bodyPr/>
          <a:lstStyle/>
          <a:p>
            <a:r>
              <a:rPr lang="en-IN" b="1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CFD55-02FA-C7C5-A7C6-F0FE61E96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 Targeted Marketing: Launch weekend discounts on Clothing and Cosmetics for female shoppers.</a:t>
            </a:r>
          </a:p>
          <a:p>
            <a:pPr marL="0" indent="0">
              <a:buNone/>
            </a:pPr>
            <a:r>
              <a:rPr lang="en-US" dirty="0"/>
              <a:t>* Family Offers: Introduce family-centric rewards to target the high-spending 30-50 age category.</a:t>
            </a:r>
          </a:p>
          <a:p>
            <a:pPr marL="0" indent="0">
              <a:buNone/>
            </a:pPr>
            <a:r>
              <a:rPr lang="en-US" dirty="0"/>
              <a:t>* Bank Tie-ups: Partner with banks for Credit Card cashbacks and EMI options on expensive Electronics.</a:t>
            </a:r>
          </a:p>
          <a:p>
            <a:pPr marL="0" indent="0">
              <a:buNone/>
            </a:pPr>
            <a:r>
              <a:rPr lang="en-US" dirty="0"/>
              <a:t>* Stock Clearing: Bundle slow items like Books with Clothing as "Buy 1 Get 1" offers.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665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82E9E-22E0-0A23-002A-35FFD311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4DE3B-544E-E7B0-440E-375EDA7F6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Thank You!</a:t>
            </a:r>
          </a:p>
          <a:p>
            <a:r>
              <a:rPr lang="en-IN" sz="3600" dirty="0"/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851507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219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Istanbul Shopping Malls Data Analysis</vt:lpstr>
      <vt:lpstr>Introduction &amp; Project Overview  </vt:lpstr>
      <vt:lpstr>Customer Profiles(Gender &amp; Age Analysis)</vt:lpstr>
      <vt:lpstr>Product &amp; Payment Performance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Ediga Jayanthi</dc:creator>
  <cp:lastModifiedBy>Ediga Jayanthi</cp:lastModifiedBy>
  <cp:revision>1</cp:revision>
  <dcterms:created xsi:type="dcterms:W3CDTF">2026-08-15T19:07:38Z</dcterms:created>
  <dcterms:modified xsi:type="dcterms:W3CDTF">2026-08-16T17:51:19Z</dcterms:modified>
</cp:coreProperties>
</file>